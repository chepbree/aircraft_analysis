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4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17ABB9-E947-4374-BA68-71878F33B915}" v="2" dt="2025-12-17T20:56:42.020"/>
    <p1510:client id="{C89327BF-8652-4ECF-B235-31E4169A2DE1}" v="1028" dt="2025-12-17T20:04:59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p ." userId="95bcb58e195a9800" providerId="Windows Live" clId="Web-{A017ABB9-E947-4374-BA68-71878F33B915}"/>
    <pc:docChg chg="modSld">
      <pc:chgData name="Chep ." userId="95bcb58e195a9800" providerId="Windows Live" clId="Web-{A017ABB9-E947-4374-BA68-71878F33B915}" dt="2025-12-17T20:56:52.254" v="5"/>
      <pc:docMkLst>
        <pc:docMk/>
      </pc:docMkLst>
      <pc:sldChg chg="addSp delSp modSp">
        <pc:chgData name="Chep ." userId="95bcb58e195a9800" providerId="Windows Live" clId="Web-{A017ABB9-E947-4374-BA68-71878F33B915}" dt="2025-12-17T20:56:52.254" v="5"/>
        <pc:sldMkLst>
          <pc:docMk/>
          <pc:sldMk cId="2615880557" sldId="264"/>
        </pc:sldMkLst>
        <pc:spChg chg="mod">
          <ac:chgData name="Chep ." userId="95bcb58e195a9800" providerId="Windows Live" clId="Web-{A017ABB9-E947-4374-BA68-71878F33B915}" dt="2025-12-17T20:56:52.254" v="5"/>
          <ac:spMkLst>
            <pc:docMk/>
            <pc:sldMk cId="2615880557" sldId="264"/>
            <ac:spMk id="2" creationId="{34A21DF6-739E-6A62-57AE-AC9E9408F1F5}"/>
          </ac:spMkLst>
        </pc:spChg>
        <pc:spChg chg="del mod">
          <ac:chgData name="Chep ." userId="95bcb58e195a9800" providerId="Windows Live" clId="Web-{A017ABB9-E947-4374-BA68-71878F33B915}" dt="2025-12-17T20:56:52.254" v="5"/>
          <ac:spMkLst>
            <pc:docMk/>
            <pc:sldMk cId="2615880557" sldId="264"/>
            <ac:spMk id="15" creationId="{4C98FD38-EE31-39FB-68BC-E6B972CF8C95}"/>
          </ac:spMkLst>
        </pc:spChg>
        <pc:spChg chg="add del">
          <ac:chgData name="Chep ." userId="95bcb58e195a9800" providerId="Windows Live" clId="Web-{A017ABB9-E947-4374-BA68-71878F33B915}" dt="2025-12-17T20:56:52.254" v="5"/>
          <ac:spMkLst>
            <pc:docMk/>
            <pc:sldMk cId="2615880557" sldId="264"/>
            <ac:spMk id="18" creationId="{2B97F24A-32CE-4C1C-A50D-3016B394DCFB}"/>
          </ac:spMkLst>
        </pc:spChg>
        <pc:spChg chg="add del">
          <ac:chgData name="Chep ." userId="95bcb58e195a9800" providerId="Windows Live" clId="Web-{A017ABB9-E947-4374-BA68-71878F33B915}" dt="2025-12-17T20:56:52.254" v="5"/>
          <ac:spMkLst>
            <pc:docMk/>
            <pc:sldMk cId="2615880557" sldId="264"/>
            <ac:spMk id="20" creationId="{CD8B4F24-440B-49E9-B85D-733523DC064B}"/>
          </ac:spMkLst>
        </pc:spChg>
        <pc:spChg chg="add del">
          <ac:chgData name="Chep ." userId="95bcb58e195a9800" providerId="Windows Live" clId="Web-{A017ABB9-E947-4374-BA68-71878F33B915}" dt="2025-12-17T20:56:46.707" v="2"/>
          <ac:spMkLst>
            <pc:docMk/>
            <pc:sldMk cId="2615880557" sldId="264"/>
            <ac:spMk id="25" creationId="{2B97F24A-32CE-4C1C-A50D-3016B394DCFB}"/>
          </ac:spMkLst>
        </pc:spChg>
        <pc:spChg chg="add del">
          <ac:chgData name="Chep ." userId="95bcb58e195a9800" providerId="Windows Live" clId="Web-{A017ABB9-E947-4374-BA68-71878F33B915}" dt="2025-12-17T20:56:46.707" v="2"/>
          <ac:spMkLst>
            <pc:docMk/>
            <pc:sldMk cId="2615880557" sldId="264"/>
            <ac:spMk id="27" creationId="{6357EC4F-235E-4222-A36F-C7878ACE37F2}"/>
          </ac:spMkLst>
        </pc:spChg>
        <pc:spChg chg="add del">
          <ac:chgData name="Chep ." userId="95bcb58e195a9800" providerId="Windows Live" clId="Web-{A017ABB9-E947-4374-BA68-71878F33B915}" dt="2025-12-17T20:56:52.239" v="4"/>
          <ac:spMkLst>
            <pc:docMk/>
            <pc:sldMk cId="2615880557" sldId="264"/>
            <ac:spMk id="29" creationId="{C0BDBCD2-E081-43AB-9119-C55465E59757}"/>
          </ac:spMkLst>
        </pc:spChg>
        <pc:spChg chg="add del">
          <ac:chgData name="Chep ." userId="95bcb58e195a9800" providerId="Windows Live" clId="Web-{A017ABB9-E947-4374-BA68-71878F33B915}" dt="2025-12-17T20:56:52.239" v="4"/>
          <ac:spMkLst>
            <pc:docMk/>
            <pc:sldMk cId="2615880557" sldId="264"/>
            <ac:spMk id="30" creationId="{0288C6B4-AFC3-407F-A595-EFFD38D4CCAF}"/>
          </ac:spMkLst>
        </pc:spChg>
        <pc:spChg chg="add del">
          <ac:chgData name="Chep ." userId="95bcb58e195a9800" providerId="Windows Live" clId="Web-{A017ABB9-E947-4374-BA68-71878F33B915}" dt="2025-12-17T20:56:52.239" v="4"/>
          <ac:spMkLst>
            <pc:docMk/>
            <pc:sldMk cId="2615880557" sldId="264"/>
            <ac:spMk id="31" creationId="{98E79BE4-34FE-485A-98A5-92CE8F7C4743}"/>
          </ac:spMkLst>
        </pc:spChg>
        <pc:spChg chg="add del">
          <ac:chgData name="Chep ." userId="95bcb58e195a9800" providerId="Windows Live" clId="Web-{A017ABB9-E947-4374-BA68-71878F33B915}" dt="2025-12-17T20:56:52.239" v="4"/>
          <ac:spMkLst>
            <pc:docMk/>
            <pc:sldMk cId="2615880557" sldId="264"/>
            <ac:spMk id="32" creationId="{CF236821-17FE-429B-8D2C-08E13A64EA40}"/>
          </ac:spMkLst>
        </pc:spChg>
        <pc:spChg chg="add del">
          <ac:chgData name="Chep ." userId="95bcb58e195a9800" providerId="Windows Live" clId="Web-{A017ABB9-E947-4374-BA68-71878F33B915}" dt="2025-12-17T20:56:52.239" v="4"/>
          <ac:spMkLst>
            <pc:docMk/>
            <pc:sldMk cId="2615880557" sldId="264"/>
            <ac:spMk id="33" creationId="{7A5F0580-5EE9-419F-96EE-B6529EF6E7D0}"/>
          </ac:spMkLst>
        </pc:spChg>
        <pc:spChg chg="add">
          <ac:chgData name="Chep ." userId="95bcb58e195a9800" providerId="Windows Live" clId="Web-{A017ABB9-E947-4374-BA68-71878F33B915}" dt="2025-12-17T20:56:52.254" v="5"/>
          <ac:spMkLst>
            <pc:docMk/>
            <pc:sldMk cId="2615880557" sldId="264"/>
            <ac:spMk id="35" creationId="{D4771268-CB57-404A-9271-370EB28F6090}"/>
          </ac:spMkLst>
        </pc:spChg>
        <pc:picChg chg="mod">
          <ac:chgData name="Chep ." userId="95bcb58e195a9800" providerId="Windows Live" clId="Web-{A017ABB9-E947-4374-BA68-71878F33B915}" dt="2025-12-17T20:56:52.254" v="5"/>
          <ac:picMkLst>
            <pc:docMk/>
            <pc:sldMk cId="2615880557" sldId="264"/>
            <ac:picMk id="7" creationId="{4FD07CEE-E76A-6C68-F179-0DE9825AEA3E}"/>
          </ac:picMkLst>
        </pc:picChg>
      </pc:sldChg>
    </pc:docChg>
  </pc:docChgLst>
  <pc:docChgLst>
    <pc:chgData name="Chep ." userId="95bcb58e195a9800" providerId="Windows Live" clId="Web-{C89327BF-8652-4ECF-B235-31E4169A2DE1}"/>
    <pc:docChg chg="addSld delSld modSld sldOrd">
      <pc:chgData name="Chep ." userId="95bcb58e195a9800" providerId="Windows Live" clId="Web-{C89327BF-8652-4ECF-B235-31E4169A2DE1}" dt="2025-12-17T20:04:59.841" v="1040"/>
      <pc:docMkLst>
        <pc:docMk/>
      </pc:docMkLst>
      <pc:sldChg chg="addSp modSp mod setBg setClrOvrMap">
        <pc:chgData name="Chep ." userId="95bcb58e195a9800" providerId="Windows Live" clId="Web-{C89327BF-8652-4ECF-B235-31E4169A2DE1}" dt="2025-12-16T01:10:56.984" v="759"/>
        <pc:sldMkLst>
          <pc:docMk/>
          <pc:sldMk cId="109857222" sldId="256"/>
        </pc:sldMkLst>
        <pc:spChg chg="mod">
          <ac:chgData name="Chep ." userId="95bcb58e195a9800" providerId="Windows Live" clId="Web-{C89327BF-8652-4ECF-B235-31E4169A2DE1}" dt="2025-12-16T01:10:56.984" v="759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Chep ." userId="95bcb58e195a9800" providerId="Windows Live" clId="Web-{C89327BF-8652-4ECF-B235-31E4169A2DE1}" dt="2025-12-16T01:10:56.984" v="759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Chep ." userId="95bcb58e195a9800" providerId="Windows Live" clId="Web-{C89327BF-8652-4ECF-B235-31E4169A2DE1}" dt="2025-12-16T01:10:56.984" v="759"/>
          <ac:spMkLst>
            <pc:docMk/>
            <pc:sldMk cId="109857222" sldId="256"/>
            <ac:spMk id="9" creationId="{71B2258F-86CA-4D4D-8270-BC05FCDEBFB3}"/>
          </ac:spMkLst>
        </pc:spChg>
        <pc:picChg chg="add">
          <ac:chgData name="Chep ." userId="95bcb58e195a9800" providerId="Windows Live" clId="Web-{C89327BF-8652-4ECF-B235-31E4169A2DE1}" dt="2025-12-16T01:10:56.984" v="759"/>
          <ac:picMkLst>
            <pc:docMk/>
            <pc:sldMk cId="109857222" sldId="256"/>
            <ac:picMk id="5" creationId="{9E67962F-B916-E5A5-5BAD-B5BF46F9DBCE}"/>
          </ac:picMkLst>
        </pc:picChg>
      </pc:sldChg>
      <pc:sldChg chg="addSp delSp modSp new mod setBg">
        <pc:chgData name="Chep ." userId="95bcb58e195a9800" providerId="Windows Live" clId="Web-{C89327BF-8652-4ECF-B235-31E4169A2DE1}" dt="2025-12-17T20:04:59.841" v="1040"/>
        <pc:sldMkLst>
          <pc:docMk/>
          <pc:sldMk cId="3880624723" sldId="257"/>
        </pc:sldMkLst>
        <pc:spChg chg="mod">
          <ac:chgData name="Chep ." userId="95bcb58e195a9800" providerId="Windows Live" clId="Web-{C89327BF-8652-4ECF-B235-31E4169A2DE1}" dt="2025-12-16T01:08:42.057" v="741"/>
          <ac:spMkLst>
            <pc:docMk/>
            <pc:sldMk cId="3880624723" sldId="257"/>
            <ac:spMk id="2" creationId="{B2CA6311-B989-7EE8-547F-08EACC452BD3}"/>
          </ac:spMkLst>
        </pc:spChg>
        <pc:spChg chg="add del mod">
          <ac:chgData name="Chep ." userId="95bcb58e195a9800" providerId="Windows Live" clId="Web-{C89327BF-8652-4ECF-B235-31E4169A2DE1}" dt="2025-12-16T01:08:42.089" v="742"/>
          <ac:spMkLst>
            <pc:docMk/>
            <pc:sldMk cId="3880624723" sldId="257"/>
            <ac:spMk id="3" creationId="{770AC425-4D9C-ACB7-ADD6-7CDAB53592F2}"/>
          </ac:spMkLst>
        </pc:spChg>
        <pc:spChg chg="add del">
          <ac:chgData name="Chep ." userId="95bcb58e195a9800" providerId="Windows Live" clId="Web-{C89327BF-8652-4ECF-B235-31E4169A2DE1}" dt="2025-12-16T01:08:42.057" v="741"/>
          <ac:spMkLst>
            <pc:docMk/>
            <pc:sldMk cId="3880624723" sldId="257"/>
            <ac:spMk id="9" creationId="{BACC6370-2D7E-4714-9D71-7542949D7D5D}"/>
          </ac:spMkLst>
        </pc:spChg>
        <pc:spChg chg="add del">
          <ac:chgData name="Chep ." userId="95bcb58e195a9800" providerId="Windows Live" clId="Web-{C89327BF-8652-4ECF-B235-31E4169A2DE1}" dt="2025-12-16T01:08:42.057" v="741"/>
          <ac:spMkLst>
            <pc:docMk/>
            <pc:sldMk cId="3880624723" sldId="257"/>
            <ac:spMk id="11" creationId="{F68B3F68-107C-434F-AA38-110D5EA91B85}"/>
          </ac:spMkLst>
        </pc:spChg>
        <pc:spChg chg="add del">
          <ac:chgData name="Chep ." userId="95bcb58e195a9800" providerId="Windows Live" clId="Web-{C89327BF-8652-4ECF-B235-31E4169A2DE1}" dt="2025-12-16T01:08:42.057" v="741"/>
          <ac:spMkLst>
            <pc:docMk/>
            <pc:sldMk cId="3880624723" sldId="257"/>
            <ac:spMk id="13" creationId="{AAD0DBB9-1A4B-4391-81D4-CB19F9AB918A}"/>
          </ac:spMkLst>
        </pc:spChg>
        <pc:spChg chg="add del">
          <ac:chgData name="Chep ." userId="95bcb58e195a9800" providerId="Windows Live" clId="Web-{C89327BF-8652-4ECF-B235-31E4169A2DE1}" dt="2025-12-16T01:08:42.057" v="741"/>
          <ac:spMkLst>
            <pc:docMk/>
            <pc:sldMk cId="3880624723" sldId="257"/>
            <ac:spMk id="15" creationId="{063BBA22-50EA-4C4D-BE05-F1CE4E63AA56}"/>
          </ac:spMkLst>
        </pc:spChg>
        <pc:spChg chg="add del mod">
          <ac:chgData name="Chep ." userId="95bcb58e195a9800" providerId="Windows Live" clId="Web-{C89327BF-8652-4ECF-B235-31E4169A2DE1}" dt="2025-12-17T20:04:23.684" v="1037"/>
          <ac:spMkLst>
            <pc:docMk/>
            <pc:sldMk cId="3880624723" sldId="257"/>
            <ac:spMk id="75" creationId="{291C4B8E-6D31-8782-D783-42EFD1C5E7B0}"/>
          </ac:spMkLst>
        </pc:spChg>
        <pc:spChg chg="add del mod">
          <ac:chgData name="Chep ." userId="95bcb58e195a9800" providerId="Windows Live" clId="Web-{C89327BF-8652-4ECF-B235-31E4169A2DE1}" dt="2025-12-17T20:04:59.841" v="1040"/>
          <ac:spMkLst>
            <pc:docMk/>
            <pc:sldMk cId="3880624723" sldId="257"/>
            <ac:spMk id="117" creationId="{27C84A19-4C2F-E735-78FD-567801744210}"/>
          </ac:spMkLst>
        </pc:spChg>
        <pc:graphicFrameChg chg="add del">
          <ac:chgData name="Chep ." userId="95bcb58e195a9800" providerId="Windows Live" clId="Web-{C89327BF-8652-4ECF-B235-31E4169A2DE1}" dt="2025-12-16T01:08:42.057" v="741"/>
          <ac:graphicFrameMkLst>
            <pc:docMk/>
            <pc:sldMk cId="3880624723" sldId="257"/>
            <ac:graphicFrameMk id="5" creationId="{331AEDEC-790D-2F79-333D-BB2FDF00B151}"/>
          </ac:graphicFrameMkLst>
        </pc:graphicFrameChg>
        <pc:graphicFrameChg chg="add del mod">
          <ac:chgData name="Chep ." userId="95bcb58e195a9800" providerId="Windows Live" clId="Web-{C89327BF-8652-4ECF-B235-31E4169A2DE1}" dt="2025-12-17T20:04:59.841" v="1040"/>
          <ac:graphicFrameMkLst>
            <pc:docMk/>
            <pc:sldMk cId="3880624723" sldId="257"/>
            <ac:graphicFrameMk id="17" creationId="{F0F9BFC9-C274-374F-066B-3434BF178D1A}"/>
          </ac:graphicFrameMkLst>
        </pc:graphicFrameChg>
      </pc:sldChg>
      <pc:sldChg chg="addSp delSp modSp new mod setBg">
        <pc:chgData name="Chep ." userId="95bcb58e195a9800" providerId="Windows Live" clId="Web-{C89327BF-8652-4ECF-B235-31E4169A2DE1}" dt="2025-12-16T01:10:47.905" v="758" actId="20577"/>
        <pc:sldMkLst>
          <pc:docMk/>
          <pc:sldMk cId="1198865319" sldId="258"/>
        </pc:sldMkLst>
        <pc:spChg chg="mod">
          <ac:chgData name="Chep ." userId="95bcb58e195a9800" providerId="Windows Live" clId="Web-{C89327BF-8652-4ECF-B235-31E4169A2DE1}" dt="2025-12-16T01:10:19.733" v="753"/>
          <ac:spMkLst>
            <pc:docMk/>
            <pc:sldMk cId="1198865319" sldId="258"/>
            <ac:spMk id="2" creationId="{48857E6B-5A2A-43A9-2F7A-B35A4F06FA1E}"/>
          </ac:spMkLst>
        </pc:spChg>
        <pc:spChg chg="add del mod">
          <ac:chgData name="Chep ." userId="95bcb58e195a9800" providerId="Windows Live" clId="Web-{C89327BF-8652-4ECF-B235-31E4169A2DE1}" dt="2025-12-16T01:10:19.733" v="753"/>
          <ac:spMkLst>
            <pc:docMk/>
            <pc:sldMk cId="1198865319" sldId="258"/>
            <ac:spMk id="3" creationId="{6EDBB5D9-8F21-94AB-7616-B6DAC2D497E4}"/>
          </ac:spMkLst>
        </pc:spChg>
        <pc:spChg chg="add del">
          <ac:chgData name="Chep ." userId="95bcb58e195a9800" providerId="Windows Live" clId="Web-{C89327BF-8652-4ECF-B235-31E4169A2DE1}" dt="2025-12-16T01:10:14.810" v="750"/>
          <ac:spMkLst>
            <pc:docMk/>
            <pc:sldMk cId="1198865319" sldId="258"/>
            <ac:spMk id="9" creationId="{2E442304-DDBD-4F7B-8017-36BCC863FB40}"/>
          </ac:spMkLst>
        </pc:spChg>
        <pc:spChg chg="add del">
          <ac:chgData name="Chep ." userId="95bcb58e195a9800" providerId="Windows Live" clId="Web-{C89327BF-8652-4ECF-B235-31E4169A2DE1}" dt="2025-12-16T01:10:14.810" v="750"/>
          <ac:spMkLst>
            <pc:docMk/>
            <pc:sldMk cId="1198865319" sldId="258"/>
            <ac:spMk id="11" creationId="{5E107275-3853-46FD-A241-DE4355A42675}"/>
          </ac:spMkLst>
        </pc:spChg>
        <pc:spChg chg="add del">
          <ac:chgData name="Chep ." userId="95bcb58e195a9800" providerId="Windows Live" clId="Web-{C89327BF-8652-4ECF-B235-31E4169A2DE1}" dt="2025-12-16T01:10:19.701" v="752"/>
          <ac:spMkLst>
            <pc:docMk/>
            <pc:sldMk cId="1198865319" sldId="258"/>
            <ac:spMk id="13" creationId="{3847E18C-932D-4C95-AABA-FEC7C9499AD7}"/>
          </ac:spMkLst>
        </pc:spChg>
        <pc:spChg chg="add del">
          <ac:chgData name="Chep ." userId="95bcb58e195a9800" providerId="Windows Live" clId="Web-{C89327BF-8652-4ECF-B235-31E4169A2DE1}" dt="2025-12-16T01:10:19.701" v="752"/>
          <ac:spMkLst>
            <pc:docMk/>
            <pc:sldMk cId="1198865319" sldId="258"/>
            <ac:spMk id="14" creationId="{BACC6370-2D7E-4714-9D71-7542949D7D5D}"/>
          </ac:spMkLst>
        </pc:spChg>
        <pc:spChg chg="add del">
          <ac:chgData name="Chep ." userId="95bcb58e195a9800" providerId="Windows Live" clId="Web-{C89327BF-8652-4ECF-B235-31E4169A2DE1}" dt="2025-12-16T01:10:19.701" v="752"/>
          <ac:spMkLst>
            <pc:docMk/>
            <pc:sldMk cId="1198865319" sldId="258"/>
            <ac:spMk id="15" creationId="{3150CB11-0C61-439E-910F-5787759E72A0}"/>
          </ac:spMkLst>
        </pc:spChg>
        <pc:spChg chg="add del">
          <ac:chgData name="Chep ." userId="95bcb58e195a9800" providerId="Windows Live" clId="Web-{C89327BF-8652-4ECF-B235-31E4169A2DE1}" dt="2025-12-16T01:10:19.701" v="752"/>
          <ac:spMkLst>
            <pc:docMk/>
            <pc:sldMk cId="1198865319" sldId="258"/>
            <ac:spMk id="16" creationId="{256B2C21-A230-48C0-8DF1-C46611373C44}"/>
          </ac:spMkLst>
        </pc:spChg>
        <pc:spChg chg="add del">
          <ac:chgData name="Chep ." userId="95bcb58e195a9800" providerId="Windows Live" clId="Web-{C89327BF-8652-4ECF-B235-31E4169A2DE1}" dt="2025-12-16T01:10:19.701" v="752"/>
          <ac:spMkLst>
            <pc:docMk/>
            <pc:sldMk cId="1198865319" sldId="258"/>
            <ac:spMk id="17" creationId="{43F8A58B-5155-44CE-A5FF-7647B47D0A7A}"/>
          </ac:spMkLst>
        </pc:spChg>
        <pc:spChg chg="add del">
          <ac:chgData name="Chep ." userId="95bcb58e195a9800" providerId="Windows Live" clId="Web-{C89327BF-8652-4ECF-B235-31E4169A2DE1}" dt="2025-12-16T01:10:19.701" v="752"/>
          <ac:spMkLst>
            <pc:docMk/>
            <pc:sldMk cId="1198865319" sldId="258"/>
            <ac:spMk id="19" creationId="{443F2ACA-E6D6-4028-82DD-F03C262D5DE6}"/>
          </ac:spMkLst>
        </pc:spChg>
        <pc:spChg chg="add">
          <ac:chgData name="Chep ." userId="95bcb58e195a9800" providerId="Windows Live" clId="Web-{C89327BF-8652-4ECF-B235-31E4169A2DE1}" dt="2025-12-16T01:10:19.733" v="753"/>
          <ac:spMkLst>
            <pc:docMk/>
            <pc:sldMk cId="1198865319" sldId="258"/>
            <ac:spMk id="21" creationId="{C0763A76-9F1C-4FC5-82B7-DD475DA461B2}"/>
          </ac:spMkLst>
        </pc:spChg>
        <pc:spChg chg="add">
          <ac:chgData name="Chep ." userId="95bcb58e195a9800" providerId="Windows Live" clId="Web-{C89327BF-8652-4ECF-B235-31E4169A2DE1}" dt="2025-12-16T01:10:19.733" v="753"/>
          <ac:spMkLst>
            <pc:docMk/>
            <pc:sldMk cId="1198865319" sldId="258"/>
            <ac:spMk id="22" creationId="{E81BF4F6-F2CF-4984-9D14-D6966D92F99F}"/>
          </ac:spMkLst>
        </pc:spChg>
        <pc:spChg chg="add mod">
          <ac:chgData name="Chep ." userId="95bcb58e195a9800" providerId="Windows Live" clId="Web-{C89327BF-8652-4ECF-B235-31E4169A2DE1}" dt="2025-12-16T01:10:47.905" v="758" actId="20577"/>
          <ac:spMkLst>
            <pc:docMk/>
            <pc:sldMk cId="1198865319" sldId="258"/>
            <ac:spMk id="23" creationId="{6EDBB5D9-8F21-94AB-7616-B6DAC2D497E4}"/>
          </ac:spMkLst>
        </pc:spChg>
        <pc:graphicFrameChg chg="add del">
          <ac:chgData name="Chep ." userId="95bcb58e195a9800" providerId="Windows Live" clId="Web-{C89327BF-8652-4ECF-B235-31E4169A2DE1}" dt="2025-12-16T01:10:14.810" v="750"/>
          <ac:graphicFrameMkLst>
            <pc:docMk/>
            <pc:sldMk cId="1198865319" sldId="258"/>
            <ac:graphicFrameMk id="5" creationId="{A04C18D0-DA13-38F7-A6D0-E48D1B82489F}"/>
          </ac:graphicFrameMkLst>
        </pc:graphicFrameChg>
        <pc:graphicFrameChg chg="add del">
          <ac:chgData name="Chep ." userId="95bcb58e195a9800" providerId="Windows Live" clId="Web-{C89327BF-8652-4ECF-B235-31E4169A2DE1}" dt="2025-12-16T01:10:19.701" v="752"/>
          <ac:graphicFrameMkLst>
            <pc:docMk/>
            <pc:sldMk cId="1198865319" sldId="258"/>
            <ac:graphicFrameMk id="18" creationId="{4EEE91FC-4E77-03F9-316F-F33DEEC498A1}"/>
          </ac:graphicFrameMkLst>
        </pc:graphicFrameChg>
        <pc:picChg chg="add">
          <ac:chgData name="Chep ." userId="95bcb58e195a9800" providerId="Windows Live" clId="Web-{C89327BF-8652-4ECF-B235-31E4169A2DE1}" dt="2025-12-16T01:10:19.733" v="753"/>
          <ac:picMkLst>
            <pc:docMk/>
            <pc:sldMk cId="1198865319" sldId="258"/>
            <ac:picMk id="24" creationId="{067623E0-2663-0E37-F074-D7C891F44DF6}"/>
          </ac:picMkLst>
        </pc:picChg>
      </pc:sldChg>
      <pc:sldChg chg="addSp modSp new mod setBg">
        <pc:chgData name="Chep ." userId="95bcb58e195a9800" providerId="Windows Live" clId="Web-{C89327BF-8652-4ECF-B235-31E4169A2DE1}" dt="2025-12-16T01:14:52.410" v="776" actId="20577"/>
        <pc:sldMkLst>
          <pc:docMk/>
          <pc:sldMk cId="2860481870" sldId="259"/>
        </pc:sldMkLst>
        <pc:spChg chg="mod">
          <ac:chgData name="Chep ." userId="95bcb58e195a9800" providerId="Windows Live" clId="Web-{C89327BF-8652-4ECF-B235-31E4169A2DE1}" dt="2025-12-16T01:12:06.938" v="764"/>
          <ac:spMkLst>
            <pc:docMk/>
            <pc:sldMk cId="2860481870" sldId="259"/>
            <ac:spMk id="2" creationId="{ACF2FF9F-4FBD-9504-C9AC-A9900248EEC5}"/>
          </ac:spMkLst>
        </pc:spChg>
        <pc:spChg chg="mod">
          <ac:chgData name="Chep ." userId="95bcb58e195a9800" providerId="Windows Live" clId="Web-{C89327BF-8652-4ECF-B235-31E4169A2DE1}" dt="2025-12-16T01:14:52.410" v="776" actId="20577"/>
          <ac:spMkLst>
            <pc:docMk/>
            <pc:sldMk cId="2860481870" sldId="259"/>
            <ac:spMk id="3" creationId="{DD29823C-4FB5-1632-4F73-299EE835B183}"/>
          </ac:spMkLst>
        </pc:spChg>
        <pc:spChg chg="add">
          <ac:chgData name="Chep ." userId="95bcb58e195a9800" providerId="Windows Live" clId="Web-{C89327BF-8652-4ECF-B235-31E4169A2DE1}" dt="2025-12-16T01:12:06.938" v="764"/>
          <ac:spMkLst>
            <pc:docMk/>
            <pc:sldMk cId="2860481870" sldId="259"/>
            <ac:spMk id="9" creationId="{C0763A76-9F1C-4FC5-82B7-DD475DA461B2}"/>
          </ac:spMkLst>
        </pc:spChg>
        <pc:spChg chg="add">
          <ac:chgData name="Chep ." userId="95bcb58e195a9800" providerId="Windows Live" clId="Web-{C89327BF-8652-4ECF-B235-31E4169A2DE1}" dt="2025-12-16T01:12:06.938" v="764"/>
          <ac:spMkLst>
            <pc:docMk/>
            <pc:sldMk cId="2860481870" sldId="259"/>
            <ac:spMk id="11" creationId="{E81BF4F6-F2CF-4984-9D14-D6966D92F99F}"/>
          </ac:spMkLst>
        </pc:spChg>
        <pc:picChg chg="add">
          <ac:chgData name="Chep ." userId="95bcb58e195a9800" providerId="Windows Live" clId="Web-{C89327BF-8652-4ECF-B235-31E4169A2DE1}" dt="2025-12-16T01:12:06.938" v="764"/>
          <ac:picMkLst>
            <pc:docMk/>
            <pc:sldMk cId="2860481870" sldId="259"/>
            <ac:picMk id="5" creationId="{870BFF27-7BF7-D914-6676-1E99A57BC2CD}"/>
          </ac:picMkLst>
        </pc:picChg>
      </pc:sldChg>
      <pc:sldChg chg="new del">
        <pc:chgData name="Chep ." userId="95bcb58e195a9800" providerId="Windows Live" clId="Web-{C89327BF-8652-4ECF-B235-31E4169A2DE1}" dt="2025-12-16T00:16:39.525" v="226"/>
        <pc:sldMkLst>
          <pc:docMk/>
          <pc:sldMk cId="3112088823" sldId="259"/>
        </pc:sldMkLst>
      </pc:sldChg>
      <pc:sldChg chg="addSp modSp new mod setBg">
        <pc:chgData name="Chep ." userId="95bcb58e195a9800" providerId="Windows Live" clId="Web-{C89327BF-8652-4ECF-B235-31E4169A2DE1}" dt="2025-12-16T01:15:33.489" v="777"/>
        <pc:sldMkLst>
          <pc:docMk/>
          <pc:sldMk cId="1649108957" sldId="260"/>
        </pc:sldMkLst>
        <pc:spChg chg="mod">
          <ac:chgData name="Chep ." userId="95bcb58e195a9800" providerId="Windows Live" clId="Web-{C89327BF-8652-4ECF-B235-31E4169A2DE1}" dt="2025-12-16T01:15:33.489" v="777"/>
          <ac:spMkLst>
            <pc:docMk/>
            <pc:sldMk cId="1649108957" sldId="260"/>
            <ac:spMk id="2" creationId="{16F5153E-D75D-5561-1848-FA4C6BD0B362}"/>
          </ac:spMkLst>
        </pc:spChg>
        <pc:spChg chg="mod">
          <ac:chgData name="Chep ." userId="95bcb58e195a9800" providerId="Windows Live" clId="Web-{C89327BF-8652-4ECF-B235-31E4169A2DE1}" dt="2025-12-16T01:15:33.489" v="777"/>
          <ac:spMkLst>
            <pc:docMk/>
            <pc:sldMk cId="1649108957" sldId="260"/>
            <ac:spMk id="3" creationId="{DB63D895-5FEC-3DE4-DBB2-F5A82AE8287C}"/>
          </ac:spMkLst>
        </pc:spChg>
        <pc:spChg chg="add">
          <ac:chgData name="Chep ." userId="95bcb58e195a9800" providerId="Windows Live" clId="Web-{C89327BF-8652-4ECF-B235-31E4169A2DE1}" dt="2025-12-16T01:15:33.489" v="777"/>
          <ac:spMkLst>
            <pc:docMk/>
            <pc:sldMk cId="1649108957" sldId="260"/>
            <ac:spMk id="10" creationId="{A8908DB7-C3A6-4FCB-9820-CEE02B398C4A}"/>
          </ac:spMkLst>
        </pc:spChg>
        <pc:spChg chg="add">
          <ac:chgData name="Chep ." userId="95bcb58e195a9800" providerId="Windows Live" clId="Web-{C89327BF-8652-4ECF-B235-31E4169A2DE1}" dt="2025-12-16T01:15:33.489" v="777"/>
          <ac:spMkLst>
            <pc:docMk/>
            <pc:sldMk cId="1649108957" sldId="260"/>
            <ac:spMk id="12" creationId="{535742DD-1B16-4E9D-B715-0D74B4574A68}"/>
          </ac:spMkLst>
        </pc:spChg>
        <pc:picChg chg="add">
          <ac:chgData name="Chep ." userId="95bcb58e195a9800" providerId="Windows Live" clId="Web-{C89327BF-8652-4ECF-B235-31E4169A2DE1}" dt="2025-12-16T01:15:33.489" v="777"/>
          <ac:picMkLst>
            <pc:docMk/>
            <pc:sldMk cId="1649108957" sldId="260"/>
            <ac:picMk id="7" creationId="{81172EAC-3D2F-8259-81E3-6611F68282AC}"/>
          </ac:picMkLst>
        </pc:picChg>
      </pc:sldChg>
      <pc:sldChg chg="addSp delSp modSp new mod setBg">
        <pc:chgData name="Chep ." userId="95bcb58e195a9800" providerId="Windows Live" clId="Web-{C89327BF-8652-4ECF-B235-31E4169A2DE1}" dt="2025-12-16T21:46:21.188" v="988"/>
        <pc:sldMkLst>
          <pc:docMk/>
          <pc:sldMk cId="2285328648" sldId="261"/>
        </pc:sldMkLst>
        <pc:spChg chg="mod">
          <ac:chgData name="Chep ." userId="95bcb58e195a9800" providerId="Windows Live" clId="Web-{C89327BF-8652-4ECF-B235-31E4169A2DE1}" dt="2025-12-16T00:39:52.524" v="512"/>
          <ac:spMkLst>
            <pc:docMk/>
            <pc:sldMk cId="2285328648" sldId="261"/>
            <ac:spMk id="2" creationId="{FFAEDC35-B08D-156F-2B60-4BAD7E0EB356}"/>
          </ac:spMkLst>
        </pc:spChg>
        <pc:spChg chg="del">
          <ac:chgData name="Chep ." userId="95bcb58e195a9800" providerId="Windows Live" clId="Web-{C89327BF-8652-4ECF-B235-31E4169A2DE1}" dt="2025-12-16T00:39:15.977" v="510"/>
          <ac:spMkLst>
            <pc:docMk/>
            <pc:sldMk cId="2285328648" sldId="261"/>
            <ac:spMk id="3" creationId="{C06003E0-A7B2-3AE7-6E6E-BD02FBD6E49B}"/>
          </ac:spMkLst>
        </pc:spChg>
        <pc:spChg chg="add del mod">
          <ac:chgData name="Chep ." userId="95bcb58e195a9800" providerId="Windows Live" clId="Web-{C89327BF-8652-4ECF-B235-31E4169A2DE1}" dt="2025-12-16T00:39:52.524" v="512"/>
          <ac:spMkLst>
            <pc:docMk/>
            <pc:sldMk cId="2285328648" sldId="261"/>
            <ac:spMk id="6" creationId="{F0A788D6-10AA-878A-7F6C-201A8F518F00}"/>
          </ac:spMkLst>
        </pc:spChg>
        <pc:spChg chg="add">
          <ac:chgData name="Chep ." userId="95bcb58e195a9800" providerId="Windows Live" clId="Web-{C89327BF-8652-4ECF-B235-31E4169A2DE1}" dt="2025-12-16T00:39:52.524" v="512"/>
          <ac:spMkLst>
            <pc:docMk/>
            <pc:sldMk cId="2285328648" sldId="261"/>
            <ac:spMk id="12" creationId="{C1DD1A8A-57D5-4A81-AD04-532B043C5611}"/>
          </ac:spMkLst>
        </pc:spChg>
        <pc:spChg chg="add">
          <ac:chgData name="Chep ." userId="95bcb58e195a9800" providerId="Windows Live" clId="Web-{C89327BF-8652-4ECF-B235-31E4169A2DE1}" dt="2025-12-16T00:39:52.524" v="512"/>
          <ac:spMkLst>
            <pc:docMk/>
            <pc:sldMk cId="2285328648" sldId="261"/>
            <ac:spMk id="14" creationId="{007891EC-4501-44ED-A8C8-B11B6DB767AB}"/>
          </ac:spMkLst>
        </pc:spChg>
        <pc:picChg chg="add del mod">
          <ac:chgData name="Chep ." userId="95bcb58e195a9800" providerId="Windows Live" clId="Web-{C89327BF-8652-4ECF-B235-31E4169A2DE1}" dt="2025-12-16T21:46:21.188" v="988"/>
          <ac:picMkLst>
            <pc:docMk/>
            <pc:sldMk cId="2285328648" sldId="261"/>
            <ac:picMk id="3" creationId="{25A4D7B2-C689-47DF-7C53-C056A072B56E}"/>
          </ac:picMkLst>
        </pc:picChg>
        <pc:picChg chg="add del mod ord">
          <ac:chgData name="Chep ." userId="95bcb58e195a9800" providerId="Windows Live" clId="Web-{C89327BF-8652-4ECF-B235-31E4169A2DE1}" dt="2025-12-16T00:39:46.790" v="511"/>
          <ac:picMkLst>
            <pc:docMk/>
            <pc:sldMk cId="2285328648" sldId="261"/>
            <ac:picMk id="4" creationId="{D2C274BB-1F26-A33A-B7AA-5A0A2C95BFA0}"/>
          </ac:picMkLst>
        </pc:picChg>
        <pc:picChg chg="add">
          <ac:chgData name="Chep ." userId="95bcb58e195a9800" providerId="Windows Live" clId="Web-{C89327BF-8652-4ECF-B235-31E4169A2DE1}" dt="2025-12-16T00:39:52.524" v="512"/>
          <ac:picMkLst>
            <pc:docMk/>
            <pc:sldMk cId="2285328648" sldId="261"/>
            <ac:picMk id="8" creationId="{12332E3E-54DD-2CE7-DCB6-1F2F7B12E6D6}"/>
          </ac:picMkLst>
        </pc:picChg>
      </pc:sldChg>
      <pc:sldChg chg="addSp delSp modSp new mod setBg">
        <pc:chgData name="Chep ." userId="95bcb58e195a9800" providerId="Windows Live" clId="Web-{C89327BF-8652-4ECF-B235-31E4169A2DE1}" dt="2025-12-16T21:44:02.093" v="982"/>
        <pc:sldMkLst>
          <pc:docMk/>
          <pc:sldMk cId="3703615848" sldId="262"/>
        </pc:sldMkLst>
        <pc:spChg chg="mod">
          <ac:chgData name="Chep ." userId="95bcb58e195a9800" providerId="Windows Live" clId="Web-{C89327BF-8652-4ECF-B235-31E4169A2DE1}" dt="2025-12-16T21:44:02.093" v="982"/>
          <ac:spMkLst>
            <pc:docMk/>
            <pc:sldMk cId="3703615848" sldId="262"/>
            <ac:spMk id="2" creationId="{1D9C5A2A-402E-6F78-F35B-A895AB0A3FDF}"/>
          </ac:spMkLst>
        </pc:spChg>
        <pc:spChg chg="del">
          <ac:chgData name="Chep ." userId="95bcb58e195a9800" providerId="Windows Live" clId="Web-{C89327BF-8652-4ECF-B235-31E4169A2DE1}" dt="2025-12-16T00:40:22.712" v="514"/>
          <ac:spMkLst>
            <pc:docMk/>
            <pc:sldMk cId="3703615848" sldId="262"/>
            <ac:spMk id="3" creationId="{38BDDA20-049C-2369-D46F-4EAFF11A5808}"/>
          </ac:spMkLst>
        </pc:spChg>
        <pc:spChg chg="add mod">
          <ac:chgData name="Chep ." userId="95bcb58e195a9800" providerId="Windows Live" clId="Web-{C89327BF-8652-4ECF-B235-31E4169A2DE1}" dt="2025-12-16T21:44:02.093" v="982"/>
          <ac:spMkLst>
            <pc:docMk/>
            <pc:sldMk cId="3703615848" sldId="262"/>
            <ac:spMk id="8" creationId="{ACC42C99-14E1-433E-98B4-5F990BCAA119}"/>
          </ac:spMkLst>
        </pc:spChg>
        <pc:spChg chg="add del">
          <ac:chgData name="Chep ." userId="95bcb58e195a9800" providerId="Windows Live" clId="Web-{C89327BF-8652-4ECF-B235-31E4169A2DE1}" dt="2025-12-16T00:44:24.310" v="551"/>
          <ac:spMkLst>
            <pc:docMk/>
            <pc:sldMk cId="3703615848" sldId="262"/>
            <ac:spMk id="9" creationId="{A4AC5506-6312-4701-8D3C-40187889A947}"/>
          </ac:spMkLst>
        </pc:spChg>
        <pc:spChg chg="add del">
          <ac:chgData name="Chep ." userId="95bcb58e195a9800" providerId="Windows Live" clId="Web-{C89327BF-8652-4ECF-B235-31E4169A2DE1}" dt="2025-12-16T21:44:02.093" v="982"/>
          <ac:spMkLst>
            <pc:docMk/>
            <pc:sldMk cId="3703615848" sldId="262"/>
            <ac:spMk id="11" creationId="{A8908DB7-C3A6-4FCB-9820-CEE02B398C4A}"/>
          </ac:spMkLst>
        </pc:spChg>
        <pc:spChg chg="add del">
          <ac:chgData name="Chep ." userId="95bcb58e195a9800" providerId="Windows Live" clId="Web-{C89327BF-8652-4ECF-B235-31E4169A2DE1}" dt="2025-12-16T21:44:02.093" v="982"/>
          <ac:spMkLst>
            <pc:docMk/>
            <pc:sldMk cId="3703615848" sldId="262"/>
            <ac:spMk id="13" creationId="{535742DD-1B16-4E9D-B715-0D74B4574A68}"/>
          </ac:spMkLst>
        </pc:spChg>
        <pc:spChg chg="add">
          <ac:chgData name="Chep ." userId="95bcb58e195a9800" providerId="Windows Live" clId="Web-{C89327BF-8652-4ECF-B235-31E4169A2DE1}" dt="2025-12-16T21:44:02.093" v="982"/>
          <ac:spMkLst>
            <pc:docMk/>
            <pc:sldMk cId="3703615848" sldId="262"/>
            <ac:spMk id="18" creationId="{2B97F24A-32CE-4C1C-A50D-3016B394DCFB}"/>
          </ac:spMkLst>
        </pc:spChg>
        <pc:spChg chg="add">
          <ac:chgData name="Chep ." userId="95bcb58e195a9800" providerId="Windows Live" clId="Web-{C89327BF-8652-4ECF-B235-31E4169A2DE1}" dt="2025-12-16T21:44:02.093" v="982"/>
          <ac:spMkLst>
            <pc:docMk/>
            <pc:sldMk cId="3703615848" sldId="262"/>
            <ac:spMk id="20" creationId="{CD8B4F24-440B-49E9-B85D-733523DC064B}"/>
          </ac:spMkLst>
        </pc:spChg>
        <pc:picChg chg="add mod">
          <ac:chgData name="Chep ." userId="95bcb58e195a9800" providerId="Windows Live" clId="Web-{C89327BF-8652-4ECF-B235-31E4169A2DE1}" dt="2025-12-16T21:44:02.093" v="982"/>
          <ac:picMkLst>
            <pc:docMk/>
            <pc:sldMk cId="3703615848" sldId="262"/>
            <ac:picMk id="3" creationId="{77075307-D73C-201A-386C-3AE1A7164738}"/>
          </ac:picMkLst>
        </pc:picChg>
        <pc:picChg chg="add del mod ord">
          <ac:chgData name="Chep ." userId="95bcb58e195a9800" providerId="Windows Live" clId="Web-{C89327BF-8652-4ECF-B235-31E4169A2DE1}" dt="2025-12-16T21:43:08.201" v="977"/>
          <ac:picMkLst>
            <pc:docMk/>
            <pc:sldMk cId="3703615848" sldId="262"/>
            <ac:picMk id="4" creationId="{C34FED8D-406A-13D8-920D-130A87787E11}"/>
          </ac:picMkLst>
        </pc:picChg>
      </pc:sldChg>
      <pc:sldChg chg="addSp delSp modSp new mod ord setBg">
        <pc:chgData name="Chep ." userId="95bcb58e195a9800" providerId="Windows Live" clId="Web-{C89327BF-8652-4ECF-B235-31E4169A2DE1}" dt="2025-12-16T21:48:27.782" v="1032" actId="20577"/>
        <pc:sldMkLst>
          <pc:docMk/>
          <pc:sldMk cId="2536371704" sldId="263"/>
        </pc:sldMkLst>
        <pc:spChg chg="mod">
          <ac:chgData name="Chep ." userId="95bcb58e195a9800" providerId="Windows Live" clId="Web-{C89327BF-8652-4ECF-B235-31E4169A2DE1}" dt="2025-12-16T21:48:27.782" v="1032" actId="20577"/>
          <ac:spMkLst>
            <pc:docMk/>
            <pc:sldMk cId="2536371704" sldId="263"/>
            <ac:spMk id="2" creationId="{746D086D-4BD7-1763-1001-78567D3C6723}"/>
          </ac:spMkLst>
        </pc:spChg>
        <pc:spChg chg="del">
          <ac:chgData name="Chep ." userId="95bcb58e195a9800" providerId="Windows Live" clId="Web-{C89327BF-8652-4ECF-B235-31E4169A2DE1}" dt="2025-12-16T00:46:35.940" v="598"/>
          <ac:spMkLst>
            <pc:docMk/>
            <pc:sldMk cId="2536371704" sldId="263"/>
            <ac:spMk id="3" creationId="{C58E3530-79CB-CE99-7C21-44DDDF8E2059}"/>
          </ac:spMkLst>
        </pc:spChg>
        <pc:spChg chg="add mod">
          <ac:chgData name="Chep ." userId="95bcb58e195a9800" providerId="Windows Live" clId="Web-{C89327BF-8652-4ECF-B235-31E4169A2DE1}" dt="2025-12-16T00:47:46.055" v="614" actId="20577"/>
          <ac:spMkLst>
            <pc:docMk/>
            <pc:sldMk cId="2536371704" sldId="263"/>
            <ac:spMk id="8" creationId="{C2F41CF9-36D3-D143-A1E3-8ECE43BD1360}"/>
          </ac:spMkLst>
        </pc:spChg>
        <pc:spChg chg="add">
          <ac:chgData name="Chep ." userId="95bcb58e195a9800" providerId="Windows Live" clId="Web-{C89327BF-8652-4ECF-B235-31E4169A2DE1}" dt="2025-12-16T00:46:40.362" v="599"/>
          <ac:spMkLst>
            <pc:docMk/>
            <pc:sldMk cId="2536371704" sldId="263"/>
            <ac:spMk id="11" creationId="{A8908DB7-C3A6-4FCB-9820-CEE02B398C4A}"/>
          </ac:spMkLst>
        </pc:spChg>
        <pc:spChg chg="add">
          <ac:chgData name="Chep ." userId="95bcb58e195a9800" providerId="Windows Live" clId="Web-{C89327BF-8652-4ECF-B235-31E4169A2DE1}" dt="2025-12-16T00:46:40.362" v="599"/>
          <ac:spMkLst>
            <pc:docMk/>
            <pc:sldMk cId="2536371704" sldId="263"/>
            <ac:spMk id="13" creationId="{535742DD-1B16-4E9D-B715-0D74B4574A68}"/>
          </ac:spMkLst>
        </pc:spChg>
        <pc:picChg chg="add mod ord">
          <ac:chgData name="Chep ." userId="95bcb58e195a9800" providerId="Windows Live" clId="Web-{C89327BF-8652-4ECF-B235-31E4169A2DE1}" dt="2025-12-16T00:46:40.362" v="599"/>
          <ac:picMkLst>
            <pc:docMk/>
            <pc:sldMk cId="2536371704" sldId="263"/>
            <ac:picMk id="4" creationId="{0B18C3C5-EFFE-298E-2DB7-1F6FA943EFD2}"/>
          </ac:picMkLst>
        </pc:picChg>
      </pc:sldChg>
      <pc:sldChg chg="addSp delSp modSp new mod setBg">
        <pc:chgData name="Chep ." userId="95bcb58e195a9800" providerId="Windows Live" clId="Web-{C89327BF-8652-4ECF-B235-31E4169A2DE1}" dt="2025-12-16T21:41:41.856" v="943"/>
        <pc:sldMkLst>
          <pc:docMk/>
          <pc:sldMk cId="2615880557" sldId="264"/>
        </pc:sldMkLst>
        <pc:spChg chg="mod">
          <ac:chgData name="Chep ." userId="95bcb58e195a9800" providerId="Windows Live" clId="Web-{C89327BF-8652-4ECF-B235-31E4169A2DE1}" dt="2025-12-16T21:41:41.856" v="943"/>
          <ac:spMkLst>
            <pc:docMk/>
            <pc:sldMk cId="2615880557" sldId="264"/>
            <ac:spMk id="2" creationId="{34A21DF6-739E-6A62-57AE-AC9E9408F1F5}"/>
          </ac:spMkLst>
        </pc:spChg>
        <pc:spChg chg="del">
          <ac:chgData name="Chep ." userId="95bcb58e195a9800" providerId="Windows Live" clId="Web-{C89327BF-8652-4ECF-B235-31E4169A2DE1}" dt="2025-12-16T00:48:16.276" v="616"/>
          <ac:spMkLst>
            <pc:docMk/>
            <pc:sldMk cId="2615880557" sldId="264"/>
            <ac:spMk id="3" creationId="{69961B29-A9F4-3019-7C58-DE0248A13B93}"/>
          </ac:spMkLst>
        </pc:spChg>
        <pc:spChg chg="add del mod">
          <ac:chgData name="Chep ." userId="95bcb58e195a9800" providerId="Windows Live" clId="Web-{C89327BF-8652-4ECF-B235-31E4169A2DE1}" dt="2025-12-16T21:41:20.277" v="939"/>
          <ac:spMkLst>
            <pc:docMk/>
            <pc:sldMk cId="2615880557" sldId="264"/>
            <ac:spMk id="6" creationId="{9ABECEF9-5C4E-6BC8-7F1D-E1C1D4C581F4}"/>
          </ac:spMkLst>
        </pc:spChg>
        <pc:spChg chg="add del">
          <ac:chgData name="Chep ." userId="95bcb58e195a9800" providerId="Windows Live" clId="Web-{C89327BF-8652-4ECF-B235-31E4169A2DE1}" dt="2025-12-16T21:41:41.856" v="943"/>
          <ac:spMkLst>
            <pc:docMk/>
            <pc:sldMk cId="2615880557" sldId="264"/>
            <ac:spMk id="9" creationId="{665DBBEF-238B-476B-96AB-8AAC3224ECEA}"/>
          </ac:spMkLst>
        </pc:spChg>
        <pc:spChg chg="add del">
          <ac:chgData name="Chep ." userId="95bcb58e195a9800" providerId="Windows Live" clId="Web-{C89327BF-8652-4ECF-B235-31E4169A2DE1}" dt="2025-12-16T21:41:41.856" v="943"/>
          <ac:spMkLst>
            <pc:docMk/>
            <pc:sldMk cId="2615880557" sldId="264"/>
            <ac:spMk id="11" creationId="{3FCFB1DE-0B7E-48CC-BA90-B2AB0889F9D6}"/>
          </ac:spMkLst>
        </pc:spChg>
        <pc:spChg chg="add">
          <ac:chgData name="Chep ." userId="95bcb58e195a9800" providerId="Windows Live" clId="Web-{C89327BF-8652-4ECF-B235-31E4169A2DE1}" dt="2025-12-16T21:41:41.856" v="943"/>
          <ac:spMkLst>
            <pc:docMk/>
            <pc:sldMk cId="2615880557" sldId="264"/>
            <ac:spMk id="15" creationId="{4C98FD38-EE31-39FB-68BC-E6B972CF8C95}"/>
          </ac:spMkLst>
        </pc:spChg>
        <pc:spChg chg="add del">
          <ac:chgData name="Chep ." userId="95bcb58e195a9800" providerId="Windows Live" clId="Web-{C89327BF-8652-4ECF-B235-31E4169A2DE1}" dt="2025-12-16T21:41:41.856" v="942"/>
          <ac:spMkLst>
            <pc:docMk/>
            <pc:sldMk cId="2615880557" sldId="264"/>
            <ac:spMk id="16" creationId="{D4771268-CB57-404A-9271-370EB28F6090}"/>
          </ac:spMkLst>
        </pc:spChg>
        <pc:spChg chg="add">
          <ac:chgData name="Chep ." userId="95bcb58e195a9800" providerId="Windows Live" clId="Web-{C89327BF-8652-4ECF-B235-31E4169A2DE1}" dt="2025-12-16T21:41:41.856" v="943"/>
          <ac:spMkLst>
            <pc:docMk/>
            <pc:sldMk cId="2615880557" sldId="264"/>
            <ac:spMk id="18" creationId="{2B97F24A-32CE-4C1C-A50D-3016B394DCFB}"/>
          </ac:spMkLst>
        </pc:spChg>
        <pc:spChg chg="add">
          <ac:chgData name="Chep ." userId="95bcb58e195a9800" providerId="Windows Live" clId="Web-{C89327BF-8652-4ECF-B235-31E4169A2DE1}" dt="2025-12-16T21:41:41.856" v="943"/>
          <ac:spMkLst>
            <pc:docMk/>
            <pc:sldMk cId="2615880557" sldId="264"/>
            <ac:spMk id="20" creationId="{CD8B4F24-440B-49E9-B85D-733523DC064B}"/>
          </ac:spMkLst>
        </pc:spChg>
        <pc:picChg chg="add del mod">
          <ac:chgData name="Chep ." userId="95bcb58e195a9800" providerId="Windows Live" clId="Web-{C89327BF-8652-4ECF-B235-31E4169A2DE1}" dt="2025-12-16T21:41:02.496" v="937"/>
          <ac:picMkLst>
            <pc:docMk/>
            <pc:sldMk cId="2615880557" sldId="264"/>
            <ac:picMk id="3" creationId="{A4B13DFD-7E86-6E52-C0E2-FA03B649F514}"/>
          </ac:picMkLst>
        </pc:picChg>
        <pc:picChg chg="add del mod ord">
          <ac:chgData name="Chep ." userId="95bcb58e195a9800" providerId="Windows Live" clId="Web-{C89327BF-8652-4ECF-B235-31E4169A2DE1}" dt="2025-12-16T21:41:08.340" v="938"/>
          <ac:picMkLst>
            <pc:docMk/>
            <pc:sldMk cId="2615880557" sldId="264"/>
            <ac:picMk id="4" creationId="{1B0EC0FD-8C0C-4689-324D-6C45E9C7155C}"/>
          </ac:picMkLst>
        </pc:picChg>
        <pc:picChg chg="add mod ord">
          <ac:chgData name="Chep ." userId="95bcb58e195a9800" providerId="Windows Live" clId="Web-{C89327BF-8652-4ECF-B235-31E4169A2DE1}" dt="2025-12-16T21:41:41.856" v="943"/>
          <ac:picMkLst>
            <pc:docMk/>
            <pc:sldMk cId="2615880557" sldId="264"/>
            <ac:picMk id="7" creationId="{4FD07CEE-E76A-6C68-F179-0DE9825AEA3E}"/>
          </ac:picMkLst>
        </pc:picChg>
      </pc:sldChg>
      <pc:sldChg chg="addSp modSp new mod setBg">
        <pc:chgData name="Chep ." userId="95bcb58e195a9800" providerId="Windows Live" clId="Web-{C89327BF-8652-4ECF-B235-31E4169A2DE1}" dt="2025-12-16T21:38:02.574" v="892" actId="20577"/>
        <pc:sldMkLst>
          <pc:docMk/>
          <pc:sldMk cId="654073485" sldId="265"/>
        </pc:sldMkLst>
        <pc:spChg chg="mod">
          <ac:chgData name="Chep ." userId="95bcb58e195a9800" providerId="Windows Live" clId="Web-{C89327BF-8652-4ECF-B235-31E4169A2DE1}" dt="2025-12-16T01:18:29.773" v="871"/>
          <ac:spMkLst>
            <pc:docMk/>
            <pc:sldMk cId="654073485" sldId="265"/>
            <ac:spMk id="2" creationId="{DB279D82-1783-8756-8BD6-8F6D64C96DAE}"/>
          </ac:spMkLst>
        </pc:spChg>
        <pc:spChg chg="mod">
          <ac:chgData name="Chep ." userId="95bcb58e195a9800" providerId="Windows Live" clId="Web-{C89327BF-8652-4ECF-B235-31E4169A2DE1}" dt="2025-12-16T21:38:02.574" v="892" actId="20577"/>
          <ac:spMkLst>
            <pc:docMk/>
            <pc:sldMk cId="654073485" sldId="265"/>
            <ac:spMk id="3" creationId="{4C48D94A-858C-76D1-E1A9-86DF41C24288}"/>
          </ac:spMkLst>
        </pc:spChg>
        <pc:spChg chg="add">
          <ac:chgData name="Chep ." userId="95bcb58e195a9800" providerId="Windows Live" clId="Web-{C89327BF-8652-4ECF-B235-31E4169A2DE1}" dt="2025-12-16T01:18:29.773" v="871"/>
          <ac:spMkLst>
            <pc:docMk/>
            <pc:sldMk cId="654073485" sldId="265"/>
            <ac:spMk id="9" creationId="{9F7D5CDA-D291-4307-BF55-1381FED29634}"/>
          </ac:spMkLst>
        </pc:spChg>
        <pc:spChg chg="add">
          <ac:chgData name="Chep ." userId="95bcb58e195a9800" providerId="Windows Live" clId="Web-{C89327BF-8652-4ECF-B235-31E4169A2DE1}" dt="2025-12-16T01:18:29.773" v="871"/>
          <ac:spMkLst>
            <pc:docMk/>
            <pc:sldMk cId="654073485" sldId="265"/>
            <ac:spMk id="11" creationId="{59B296B9-C5A5-4E4F-9B60-C907B5F1466C}"/>
          </ac:spMkLst>
        </pc:spChg>
        <pc:spChg chg="add">
          <ac:chgData name="Chep ." userId="95bcb58e195a9800" providerId="Windows Live" clId="Web-{C89327BF-8652-4ECF-B235-31E4169A2DE1}" dt="2025-12-16T01:18:29.773" v="871"/>
          <ac:spMkLst>
            <pc:docMk/>
            <pc:sldMk cId="654073485" sldId="265"/>
            <ac:spMk id="13" creationId="{D0300FD3-5AF1-6305-15FA-9078072672E2}"/>
          </ac:spMkLst>
        </pc:spChg>
        <pc:picChg chg="add">
          <ac:chgData name="Chep ." userId="95bcb58e195a9800" providerId="Windows Live" clId="Web-{C89327BF-8652-4ECF-B235-31E4169A2DE1}" dt="2025-12-16T01:18:29.773" v="871"/>
          <ac:picMkLst>
            <pc:docMk/>
            <pc:sldMk cId="654073485" sldId="265"/>
            <ac:picMk id="5" creationId="{43EAA5F5-061C-641D-7A5B-ED2A25D9AD99}"/>
          </ac:picMkLst>
        </pc:picChg>
      </pc:sldChg>
      <pc:sldChg chg="addSp delSp modSp new mod setBg">
        <pc:chgData name="Chep ." userId="95bcb58e195a9800" providerId="Windows Live" clId="Web-{C89327BF-8652-4ECF-B235-31E4169A2DE1}" dt="2025-12-16T21:48:04.423" v="1028"/>
        <pc:sldMkLst>
          <pc:docMk/>
          <pc:sldMk cId="1484988127" sldId="266"/>
        </pc:sldMkLst>
        <pc:spChg chg="mod">
          <ac:chgData name="Chep ." userId="95bcb58e195a9800" providerId="Windows Live" clId="Web-{C89327BF-8652-4ECF-B235-31E4169A2DE1}" dt="2025-12-16T21:48:04.423" v="1028"/>
          <ac:spMkLst>
            <pc:docMk/>
            <pc:sldMk cId="1484988127" sldId="266"/>
            <ac:spMk id="2" creationId="{08E9A908-A4BA-5FB3-D79D-80B907202DE2}"/>
          </ac:spMkLst>
        </pc:spChg>
        <pc:spChg chg="del">
          <ac:chgData name="Chep ." userId="95bcb58e195a9800" providerId="Windows Live" clId="Web-{C89327BF-8652-4ECF-B235-31E4169A2DE1}" dt="2025-12-16T21:46:35.547" v="990"/>
          <ac:spMkLst>
            <pc:docMk/>
            <pc:sldMk cId="1484988127" sldId="266"/>
            <ac:spMk id="3" creationId="{3F25B2A3-F12E-94C1-BDBE-10CDD90FCC6F}"/>
          </ac:spMkLst>
        </pc:spChg>
        <pc:spChg chg="add">
          <ac:chgData name="Chep ." userId="95bcb58e195a9800" providerId="Windows Live" clId="Web-{C89327BF-8652-4ECF-B235-31E4169A2DE1}" dt="2025-12-16T21:48:04.423" v="1028"/>
          <ac:spMkLst>
            <pc:docMk/>
            <pc:sldMk cId="1484988127" sldId="266"/>
            <ac:spMk id="9" creationId="{A8384FB5-9ADC-4DDC-881B-597D56F5B15D}"/>
          </ac:spMkLst>
        </pc:spChg>
        <pc:spChg chg="add">
          <ac:chgData name="Chep ." userId="95bcb58e195a9800" providerId="Windows Live" clId="Web-{C89327BF-8652-4ECF-B235-31E4169A2DE1}" dt="2025-12-16T21:48:04.423" v="1028"/>
          <ac:spMkLst>
            <pc:docMk/>
            <pc:sldMk cId="1484988127" sldId="266"/>
            <ac:spMk id="11" creationId="{91E5A9A7-95C6-4F4F-B00E-C82E07FE62EF}"/>
          </ac:spMkLst>
        </pc:spChg>
        <pc:spChg chg="add">
          <ac:chgData name="Chep ." userId="95bcb58e195a9800" providerId="Windows Live" clId="Web-{C89327BF-8652-4ECF-B235-31E4169A2DE1}" dt="2025-12-16T21:48:04.423" v="1028"/>
          <ac:spMkLst>
            <pc:docMk/>
            <pc:sldMk cId="1484988127" sldId="266"/>
            <ac:spMk id="13" creationId="{D07DD2DE-F619-49DD-B5E7-03A290FF4ED1}"/>
          </ac:spMkLst>
        </pc:spChg>
        <pc:spChg chg="add">
          <ac:chgData name="Chep ." userId="95bcb58e195a9800" providerId="Windows Live" clId="Web-{C89327BF-8652-4ECF-B235-31E4169A2DE1}" dt="2025-12-16T21:48:04.423" v="1028"/>
          <ac:spMkLst>
            <pc:docMk/>
            <pc:sldMk cId="1484988127" sldId="266"/>
            <ac:spMk id="15" creationId="{85149191-5F60-4A28-AAFF-039F96B0F3EC}"/>
          </ac:spMkLst>
        </pc:spChg>
        <pc:spChg chg="add">
          <ac:chgData name="Chep ." userId="95bcb58e195a9800" providerId="Windows Live" clId="Web-{C89327BF-8652-4ECF-B235-31E4169A2DE1}" dt="2025-12-16T21:48:04.423" v="1028"/>
          <ac:spMkLst>
            <pc:docMk/>
            <pc:sldMk cId="1484988127" sldId="266"/>
            <ac:spMk id="17" creationId="{F8260ED5-17F7-4158-B241-D51DD4CF1B7E}"/>
          </ac:spMkLst>
        </pc:spChg>
        <pc:picChg chg="add mod ord">
          <ac:chgData name="Chep ." userId="95bcb58e195a9800" providerId="Windows Live" clId="Web-{C89327BF-8652-4ECF-B235-31E4169A2DE1}" dt="2025-12-16T21:48:04.423" v="1028"/>
          <ac:picMkLst>
            <pc:docMk/>
            <pc:sldMk cId="1484988127" sldId="266"/>
            <ac:picMk id="4" creationId="{9DF008C1-EE3F-DB72-033F-75A5DFCE2810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6EE7F5-B432-4F94-93A8-A2AF96962A3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0EA294-0101-4D99-B9A5-BB285FA704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company is expanding to new industry to diversify its portfolio</a:t>
          </a:r>
        </a:p>
      </dgm:t>
    </dgm:pt>
    <dgm:pt modelId="{2C27CC3C-087C-4C80-95BA-B84CC897AC1E}" type="parTrans" cxnId="{9BA7DA81-4743-40B9-9A24-B63B50827FAE}">
      <dgm:prSet/>
      <dgm:spPr/>
      <dgm:t>
        <a:bodyPr/>
        <a:lstStyle/>
        <a:p>
          <a:endParaRPr lang="en-US"/>
        </a:p>
      </dgm:t>
    </dgm:pt>
    <dgm:pt modelId="{7B0CCEC4-83B0-48A2-8A18-A6C61EC52DD1}" type="sibTrans" cxnId="{9BA7DA81-4743-40B9-9A24-B63B50827FAE}">
      <dgm:prSet/>
      <dgm:spPr/>
      <dgm:t>
        <a:bodyPr/>
        <a:lstStyle/>
        <a:p>
          <a:endParaRPr lang="en-US"/>
        </a:p>
      </dgm:t>
    </dgm:pt>
    <dgm:pt modelId="{B2552A74-A4B9-44EC-AC05-9D4C6427C5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company is interested in commercial </a:t>
          </a:r>
          <a:r>
            <a:rPr lang="en-US" dirty="0" err="1"/>
            <a:t>an</a:t>
          </a:r>
          <a:r>
            <a:rPr lang="en-US" dirty="0"/>
            <a:t> private enterprises</a:t>
          </a:r>
        </a:p>
      </dgm:t>
    </dgm:pt>
    <dgm:pt modelId="{BDA204A2-38E4-484F-BE7B-902B61D8D66D}" type="parTrans" cxnId="{B8D493A5-402D-4464-8CD4-B7499EAD7DC2}">
      <dgm:prSet/>
      <dgm:spPr/>
      <dgm:t>
        <a:bodyPr/>
        <a:lstStyle/>
        <a:p>
          <a:endParaRPr lang="en-US"/>
        </a:p>
      </dgm:t>
    </dgm:pt>
    <dgm:pt modelId="{722741CE-3DFE-469A-B705-45BCCB784F48}" type="sibTrans" cxnId="{B8D493A5-402D-4464-8CD4-B7499EAD7DC2}">
      <dgm:prSet/>
      <dgm:spPr/>
      <dgm:t>
        <a:bodyPr/>
        <a:lstStyle/>
        <a:p>
          <a:endParaRPr lang="en-US"/>
        </a:p>
      </dgm:t>
    </dgm:pt>
    <dgm:pt modelId="{BFCAC46D-02EB-4EA9-993E-E701C13C6F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goal is to provide actionable, data-driven recommendations to minimize both life-safety and capital expenditure risks.</a:t>
          </a:r>
        </a:p>
      </dgm:t>
    </dgm:pt>
    <dgm:pt modelId="{DCCC4199-FA6A-448C-B329-4468A9430DF4}" type="parTrans" cxnId="{EBFCD08C-D30B-4D8A-ABDA-0CBFE05CC81D}">
      <dgm:prSet/>
      <dgm:spPr/>
      <dgm:t>
        <a:bodyPr/>
        <a:lstStyle/>
        <a:p>
          <a:endParaRPr lang="en-US"/>
        </a:p>
      </dgm:t>
    </dgm:pt>
    <dgm:pt modelId="{33E7C0AE-9A08-4EA9-A94C-01818E16BD4B}" type="sibTrans" cxnId="{EBFCD08C-D30B-4D8A-ABDA-0CBFE05CC81D}">
      <dgm:prSet/>
      <dgm:spPr/>
      <dgm:t>
        <a:bodyPr/>
        <a:lstStyle/>
        <a:p>
          <a:endParaRPr lang="en-US"/>
        </a:p>
      </dgm:t>
    </dgm:pt>
    <dgm:pt modelId="{27B9C712-920B-49F6-BD09-00FE7E824E6A}" type="pres">
      <dgm:prSet presAssocID="{EF6EE7F5-B432-4F94-93A8-A2AF96962A39}" presName="root" presStyleCnt="0">
        <dgm:presLayoutVars>
          <dgm:dir/>
          <dgm:resizeHandles val="exact"/>
        </dgm:presLayoutVars>
      </dgm:prSet>
      <dgm:spPr/>
    </dgm:pt>
    <dgm:pt modelId="{A257512C-64DE-4934-B068-2DAF7A416C77}" type="pres">
      <dgm:prSet presAssocID="{390EA294-0101-4D99-B9A5-BB285FA704EC}" presName="compNode" presStyleCnt="0"/>
      <dgm:spPr/>
    </dgm:pt>
    <dgm:pt modelId="{77847848-B7CA-4A4B-92DC-37E89EC76A38}" type="pres">
      <dgm:prSet presAssocID="{390EA294-0101-4D99-B9A5-BB285FA704EC}" presName="bgRect" presStyleLbl="bgShp" presStyleIdx="0" presStyleCnt="3"/>
      <dgm:spPr/>
    </dgm:pt>
    <dgm:pt modelId="{4FDBFA87-0DF3-4DB4-8FDD-CBE6DAAF3FD8}" type="pres">
      <dgm:prSet presAssocID="{390EA294-0101-4D99-B9A5-BB285FA704E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72F51B6-F780-4E8A-8532-B90F2A8826A7}" type="pres">
      <dgm:prSet presAssocID="{390EA294-0101-4D99-B9A5-BB285FA704EC}" presName="spaceRect" presStyleCnt="0"/>
      <dgm:spPr/>
    </dgm:pt>
    <dgm:pt modelId="{4CF0E2C6-13CC-46AA-A907-3B17EEF8095C}" type="pres">
      <dgm:prSet presAssocID="{390EA294-0101-4D99-B9A5-BB285FA704EC}" presName="parTx" presStyleLbl="revTx" presStyleIdx="0" presStyleCnt="3">
        <dgm:presLayoutVars>
          <dgm:chMax val="0"/>
          <dgm:chPref val="0"/>
        </dgm:presLayoutVars>
      </dgm:prSet>
      <dgm:spPr/>
    </dgm:pt>
    <dgm:pt modelId="{45C84477-9339-4A2A-874B-FD30384CFEE4}" type="pres">
      <dgm:prSet presAssocID="{7B0CCEC4-83B0-48A2-8A18-A6C61EC52DD1}" presName="sibTrans" presStyleCnt="0"/>
      <dgm:spPr/>
    </dgm:pt>
    <dgm:pt modelId="{2959FD12-AFD3-4333-B52C-6E02308A6A89}" type="pres">
      <dgm:prSet presAssocID="{B2552A74-A4B9-44EC-AC05-9D4C6427C5DD}" presName="compNode" presStyleCnt="0"/>
      <dgm:spPr/>
    </dgm:pt>
    <dgm:pt modelId="{14EE9EBC-E510-4FBE-BD9D-D3009FB3353E}" type="pres">
      <dgm:prSet presAssocID="{B2552A74-A4B9-44EC-AC05-9D4C6427C5DD}" presName="bgRect" presStyleLbl="bgShp" presStyleIdx="1" presStyleCnt="3"/>
      <dgm:spPr/>
    </dgm:pt>
    <dgm:pt modelId="{94833440-CE0C-43DD-9035-E328DB99E367}" type="pres">
      <dgm:prSet presAssocID="{B2552A74-A4B9-44EC-AC05-9D4C6427C5D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0FA68313-01B0-4B8A-BF7F-98573FAB816A}" type="pres">
      <dgm:prSet presAssocID="{B2552A74-A4B9-44EC-AC05-9D4C6427C5DD}" presName="spaceRect" presStyleCnt="0"/>
      <dgm:spPr/>
    </dgm:pt>
    <dgm:pt modelId="{0AF4733B-345A-43FA-A143-84D0E2CA816D}" type="pres">
      <dgm:prSet presAssocID="{B2552A74-A4B9-44EC-AC05-9D4C6427C5DD}" presName="parTx" presStyleLbl="revTx" presStyleIdx="1" presStyleCnt="3">
        <dgm:presLayoutVars>
          <dgm:chMax val="0"/>
          <dgm:chPref val="0"/>
        </dgm:presLayoutVars>
      </dgm:prSet>
      <dgm:spPr/>
    </dgm:pt>
    <dgm:pt modelId="{36E1C73D-1530-4E02-8AE7-EBD114938AE3}" type="pres">
      <dgm:prSet presAssocID="{722741CE-3DFE-469A-B705-45BCCB784F48}" presName="sibTrans" presStyleCnt="0"/>
      <dgm:spPr/>
    </dgm:pt>
    <dgm:pt modelId="{9E71F424-777B-4D92-A17F-930E9BBBFCE3}" type="pres">
      <dgm:prSet presAssocID="{BFCAC46D-02EB-4EA9-993E-E701C13C6F74}" presName="compNode" presStyleCnt="0"/>
      <dgm:spPr/>
    </dgm:pt>
    <dgm:pt modelId="{8A87BCA0-8FC1-4F6E-A955-49024A2E48F1}" type="pres">
      <dgm:prSet presAssocID="{BFCAC46D-02EB-4EA9-993E-E701C13C6F74}" presName="bgRect" presStyleLbl="bgShp" presStyleIdx="2" presStyleCnt="3"/>
      <dgm:spPr/>
    </dgm:pt>
    <dgm:pt modelId="{588E808A-2506-40F0-A0B7-6253159B17CE}" type="pres">
      <dgm:prSet presAssocID="{BFCAC46D-02EB-4EA9-993E-E701C13C6F7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D143469-86A4-4C82-B1FB-4143FCBFD291}" type="pres">
      <dgm:prSet presAssocID="{BFCAC46D-02EB-4EA9-993E-E701C13C6F74}" presName="spaceRect" presStyleCnt="0"/>
      <dgm:spPr/>
    </dgm:pt>
    <dgm:pt modelId="{6C98B83E-6595-43EE-8020-EE35C3E102E9}" type="pres">
      <dgm:prSet presAssocID="{BFCAC46D-02EB-4EA9-993E-E701C13C6F7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069CD35-ED13-4FDA-A6E0-51F1C71A3A6E}" type="presOf" srcId="{B2552A74-A4B9-44EC-AC05-9D4C6427C5DD}" destId="{0AF4733B-345A-43FA-A143-84D0E2CA816D}" srcOrd="0" destOrd="0" presId="urn:microsoft.com/office/officeart/2018/2/layout/IconVerticalSolidList"/>
    <dgm:cxn modelId="{9BA7DA81-4743-40B9-9A24-B63B50827FAE}" srcId="{EF6EE7F5-B432-4F94-93A8-A2AF96962A39}" destId="{390EA294-0101-4D99-B9A5-BB285FA704EC}" srcOrd="0" destOrd="0" parTransId="{2C27CC3C-087C-4C80-95BA-B84CC897AC1E}" sibTransId="{7B0CCEC4-83B0-48A2-8A18-A6C61EC52DD1}"/>
    <dgm:cxn modelId="{EBFCD08C-D30B-4D8A-ABDA-0CBFE05CC81D}" srcId="{EF6EE7F5-B432-4F94-93A8-A2AF96962A39}" destId="{BFCAC46D-02EB-4EA9-993E-E701C13C6F74}" srcOrd="2" destOrd="0" parTransId="{DCCC4199-FA6A-448C-B329-4468A9430DF4}" sibTransId="{33E7C0AE-9A08-4EA9-A94C-01818E16BD4B}"/>
    <dgm:cxn modelId="{B8D493A5-402D-4464-8CD4-B7499EAD7DC2}" srcId="{EF6EE7F5-B432-4F94-93A8-A2AF96962A39}" destId="{B2552A74-A4B9-44EC-AC05-9D4C6427C5DD}" srcOrd="1" destOrd="0" parTransId="{BDA204A2-38E4-484F-BE7B-902B61D8D66D}" sibTransId="{722741CE-3DFE-469A-B705-45BCCB784F48}"/>
    <dgm:cxn modelId="{DA3A50C0-0B4F-4A1D-A31C-34B27D1B3EB8}" type="presOf" srcId="{EF6EE7F5-B432-4F94-93A8-A2AF96962A39}" destId="{27B9C712-920B-49F6-BD09-00FE7E824E6A}" srcOrd="0" destOrd="0" presId="urn:microsoft.com/office/officeart/2018/2/layout/IconVerticalSolidList"/>
    <dgm:cxn modelId="{30749DDF-B536-41E9-8045-F25FB3437703}" type="presOf" srcId="{390EA294-0101-4D99-B9A5-BB285FA704EC}" destId="{4CF0E2C6-13CC-46AA-A907-3B17EEF8095C}" srcOrd="0" destOrd="0" presId="urn:microsoft.com/office/officeart/2018/2/layout/IconVerticalSolidList"/>
    <dgm:cxn modelId="{9EBB7DFB-A714-49BC-A245-8BA5DB8D668B}" type="presOf" srcId="{BFCAC46D-02EB-4EA9-993E-E701C13C6F74}" destId="{6C98B83E-6595-43EE-8020-EE35C3E102E9}" srcOrd="0" destOrd="0" presId="urn:microsoft.com/office/officeart/2018/2/layout/IconVerticalSolidList"/>
    <dgm:cxn modelId="{89B671DA-0833-466E-81A4-660E10CFF7CD}" type="presParOf" srcId="{27B9C712-920B-49F6-BD09-00FE7E824E6A}" destId="{A257512C-64DE-4934-B068-2DAF7A416C77}" srcOrd="0" destOrd="0" presId="urn:microsoft.com/office/officeart/2018/2/layout/IconVerticalSolidList"/>
    <dgm:cxn modelId="{C81459DB-6DEB-4B3C-935A-B39C80F7854E}" type="presParOf" srcId="{A257512C-64DE-4934-B068-2DAF7A416C77}" destId="{77847848-B7CA-4A4B-92DC-37E89EC76A38}" srcOrd="0" destOrd="0" presId="urn:microsoft.com/office/officeart/2018/2/layout/IconVerticalSolidList"/>
    <dgm:cxn modelId="{CD86E69F-E239-4E75-A52F-F732F2AB2AA3}" type="presParOf" srcId="{A257512C-64DE-4934-B068-2DAF7A416C77}" destId="{4FDBFA87-0DF3-4DB4-8FDD-CBE6DAAF3FD8}" srcOrd="1" destOrd="0" presId="urn:microsoft.com/office/officeart/2018/2/layout/IconVerticalSolidList"/>
    <dgm:cxn modelId="{CD509081-E6FB-48CB-BE0A-75EE4A6C8D27}" type="presParOf" srcId="{A257512C-64DE-4934-B068-2DAF7A416C77}" destId="{972F51B6-F780-4E8A-8532-B90F2A8826A7}" srcOrd="2" destOrd="0" presId="urn:microsoft.com/office/officeart/2018/2/layout/IconVerticalSolidList"/>
    <dgm:cxn modelId="{E5258FC7-6DEC-470C-BD36-67F011824F1A}" type="presParOf" srcId="{A257512C-64DE-4934-B068-2DAF7A416C77}" destId="{4CF0E2C6-13CC-46AA-A907-3B17EEF8095C}" srcOrd="3" destOrd="0" presId="urn:microsoft.com/office/officeart/2018/2/layout/IconVerticalSolidList"/>
    <dgm:cxn modelId="{6293B713-E3DF-477B-9171-222BCD5226AF}" type="presParOf" srcId="{27B9C712-920B-49F6-BD09-00FE7E824E6A}" destId="{45C84477-9339-4A2A-874B-FD30384CFEE4}" srcOrd="1" destOrd="0" presId="urn:microsoft.com/office/officeart/2018/2/layout/IconVerticalSolidList"/>
    <dgm:cxn modelId="{3D6DE4F0-DBA4-45DD-819C-8567DF798328}" type="presParOf" srcId="{27B9C712-920B-49F6-BD09-00FE7E824E6A}" destId="{2959FD12-AFD3-4333-B52C-6E02308A6A89}" srcOrd="2" destOrd="0" presId="urn:microsoft.com/office/officeart/2018/2/layout/IconVerticalSolidList"/>
    <dgm:cxn modelId="{DE79652D-D292-4E35-BFCC-CC003FB75C2F}" type="presParOf" srcId="{2959FD12-AFD3-4333-B52C-6E02308A6A89}" destId="{14EE9EBC-E510-4FBE-BD9D-D3009FB3353E}" srcOrd="0" destOrd="0" presId="urn:microsoft.com/office/officeart/2018/2/layout/IconVerticalSolidList"/>
    <dgm:cxn modelId="{624B5DC6-289A-4BC2-B282-5E7E0F19067D}" type="presParOf" srcId="{2959FD12-AFD3-4333-B52C-6E02308A6A89}" destId="{94833440-CE0C-43DD-9035-E328DB99E367}" srcOrd="1" destOrd="0" presId="urn:microsoft.com/office/officeart/2018/2/layout/IconVerticalSolidList"/>
    <dgm:cxn modelId="{75E3533F-D449-4CCC-854D-EC56E11ED9A7}" type="presParOf" srcId="{2959FD12-AFD3-4333-B52C-6E02308A6A89}" destId="{0FA68313-01B0-4B8A-BF7F-98573FAB816A}" srcOrd="2" destOrd="0" presId="urn:microsoft.com/office/officeart/2018/2/layout/IconVerticalSolidList"/>
    <dgm:cxn modelId="{477DD6C7-5E65-4500-A4DC-3915AF1F0823}" type="presParOf" srcId="{2959FD12-AFD3-4333-B52C-6E02308A6A89}" destId="{0AF4733B-345A-43FA-A143-84D0E2CA816D}" srcOrd="3" destOrd="0" presId="urn:microsoft.com/office/officeart/2018/2/layout/IconVerticalSolidList"/>
    <dgm:cxn modelId="{DF2EBCD7-53AB-42AE-A97F-5D57597AAD0C}" type="presParOf" srcId="{27B9C712-920B-49F6-BD09-00FE7E824E6A}" destId="{36E1C73D-1530-4E02-8AE7-EBD114938AE3}" srcOrd="3" destOrd="0" presId="urn:microsoft.com/office/officeart/2018/2/layout/IconVerticalSolidList"/>
    <dgm:cxn modelId="{FC0892ED-C82D-4E6A-8E16-C476DC904EE0}" type="presParOf" srcId="{27B9C712-920B-49F6-BD09-00FE7E824E6A}" destId="{9E71F424-777B-4D92-A17F-930E9BBBFCE3}" srcOrd="4" destOrd="0" presId="urn:microsoft.com/office/officeart/2018/2/layout/IconVerticalSolidList"/>
    <dgm:cxn modelId="{C1E7923F-0486-4C03-BFDD-DB50D16B7DA2}" type="presParOf" srcId="{9E71F424-777B-4D92-A17F-930E9BBBFCE3}" destId="{8A87BCA0-8FC1-4F6E-A955-49024A2E48F1}" srcOrd="0" destOrd="0" presId="urn:microsoft.com/office/officeart/2018/2/layout/IconVerticalSolidList"/>
    <dgm:cxn modelId="{65AD0675-5ADA-40F2-87A2-DEB4FEE3487F}" type="presParOf" srcId="{9E71F424-777B-4D92-A17F-930E9BBBFCE3}" destId="{588E808A-2506-40F0-A0B7-6253159B17CE}" srcOrd="1" destOrd="0" presId="urn:microsoft.com/office/officeart/2018/2/layout/IconVerticalSolidList"/>
    <dgm:cxn modelId="{F8CC54C2-6B1D-4FB7-BB66-EE0BC6BCEA46}" type="presParOf" srcId="{9E71F424-777B-4D92-A17F-930E9BBBFCE3}" destId="{1D143469-86A4-4C82-B1FB-4143FCBFD291}" srcOrd="2" destOrd="0" presId="urn:microsoft.com/office/officeart/2018/2/layout/IconVerticalSolidList"/>
    <dgm:cxn modelId="{D95B0160-CF90-4C2C-A56D-86E742700CD9}" type="presParOf" srcId="{9E71F424-777B-4D92-A17F-930E9BBBFCE3}" destId="{6C98B83E-6595-43EE-8020-EE35C3E102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847848-B7CA-4A4B-92DC-37E89EC76A38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DBFA87-0DF3-4DB4-8FDD-CBE6DAAF3FD8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0E2C6-13CC-46AA-A907-3B17EEF8095C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 company is expanding to new industry to diversify its portfolio</a:t>
          </a:r>
        </a:p>
      </dsp:txBody>
      <dsp:txXfrm>
        <a:off x="1435590" y="531"/>
        <a:ext cx="9080009" cy="1242935"/>
      </dsp:txXfrm>
    </dsp:sp>
    <dsp:sp modelId="{14EE9EBC-E510-4FBE-BD9D-D3009FB3353E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833440-CE0C-43DD-9035-E328DB99E367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4733B-345A-43FA-A143-84D0E2CA816D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 company is interested in commercial </a:t>
          </a:r>
          <a:r>
            <a:rPr lang="en-US" sz="2500" kern="1200" dirty="0" err="1"/>
            <a:t>an</a:t>
          </a:r>
          <a:r>
            <a:rPr lang="en-US" sz="2500" kern="1200" dirty="0"/>
            <a:t> private enterprises</a:t>
          </a:r>
        </a:p>
      </dsp:txBody>
      <dsp:txXfrm>
        <a:off x="1435590" y="1554201"/>
        <a:ext cx="9080009" cy="1242935"/>
      </dsp:txXfrm>
    </dsp:sp>
    <dsp:sp modelId="{8A87BCA0-8FC1-4F6E-A955-49024A2E48F1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8E808A-2506-40F0-A0B7-6253159B17CE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8B83E-6595-43EE-8020-EE35C3E102E9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 goal is to provide actionable, data-driven recommendations to minimize both life-safety and capital expenditure risks.</a:t>
          </a: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lane on tarmac">
            <a:extLst>
              <a:ext uri="{FF2B5EF4-FFF2-40B4-BE49-F238E27FC236}">
                <a16:creationId xmlns:a16="http://schemas.microsoft.com/office/drawing/2014/main" id="{9E67962F-B916-E5A5-5BAD-B5BF46F9DB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6406" r="566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Aircraft Risk Analysis for Business Expansion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Identifying Low-Risk Aircraft for Commercial &amp; Private Operations</a:t>
            </a:r>
          </a:p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By: Brenda Chepkemoi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6311-B989-7EE8-547F-08EACC452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Overview </a:t>
            </a:r>
            <a:endParaRPr lang="en-US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0F9BFC9-C274-374F-066B-3434BF178D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0624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857E6B-5A2A-43A9-2F7A-B35A4F06F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Business Understanding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EDBB5D9-8F21-94AB-7616-B6DAC2D49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Aptos"/>
                <a:ea typeface="+mn-lt"/>
                <a:cs typeface="+mn-lt"/>
              </a:rPr>
              <a:t>Objective</a:t>
            </a:r>
            <a:endParaRPr lang="en-US" sz="2000" b="1" dirty="0">
              <a:latin typeface="Aptos"/>
              <a:ea typeface="Calibri"/>
              <a:cs typeface="Calibri"/>
            </a:endParaRPr>
          </a:p>
          <a:p>
            <a:r>
              <a:rPr lang="en-US" sz="2000" dirty="0">
                <a:latin typeface="Aptos"/>
                <a:ea typeface="Calibri"/>
                <a:cs typeface="Calibri"/>
              </a:rPr>
              <a:t>Minimize the risk of accidents through data-driven aircraft selection, ensuring </a:t>
            </a:r>
            <a:r>
              <a:rPr lang="en-US" sz="2000" dirty="0">
                <a:latin typeface="Aptos"/>
                <a:ea typeface="+mn-lt"/>
                <a:cs typeface="+mn-lt"/>
              </a:rPr>
              <a:t>operational safety </a:t>
            </a:r>
            <a:r>
              <a:rPr lang="en-US" sz="2000" dirty="0">
                <a:latin typeface="Aptos"/>
                <a:ea typeface="Calibri"/>
                <a:cs typeface="Calibri"/>
              </a:rPr>
              <a:t>and </a:t>
            </a:r>
            <a:r>
              <a:rPr lang="en-US" sz="2000" dirty="0">
                <a:latin typeface="Aptos"/>
                <a:ea typeface="+mn-lt"/>
                <a:cs typeface="+mn-lt"/>
              </a:rPr>
              <a:t>compliance with industry standards</a:t>
            </a:r>
            <a:r>
              <a:rPr lang="en-US" sz="2000" dirty="0">
                <a:latin typeface="Aptos"/>
                <a:ea typeface="Calibri"/>
                <a:cs typeface="Calibri"/>
              </a:rPr>
              <a:t>.</a:t>
            </a:r>
            <a:endParaRPr lang="en-US" sz="2000" dirty="0">
              <a:latin typeface="Aptos"/>
            </a:endParaRPr>
          </a:p>
          <a:p>
            <a:endParaRPr lang="en-US" sz="2000"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b="1" dirty="0">
                <a:latin typeface="Aptos"/>
                <a:ea typeface="+mn-lt"/>
                <a:cs typeface="+mn-lt"/>
              </a:rPr>
              <a:t>Stakeholders:</a:t>
            </a:r>
          </a:p>
          <a:p>
            <a:r>
              <a:rPr lang="en-US" sz="2000" dirty="0">
                <a:latin typeface="Aptos"/>
                <a:ea typeface="+mn-lt"/>
                <a:cs typeface="+mn-lt"/>
              </a:rPr>
              <a:t>Decision-makers in the aviation industry.</a:t>
            </a:r>
            <a:endParaRPr lang="en-US" sz="2000" dirty="0"/>
          </a:p>
        </p:txBody>
      </p:sp>
      <p:pic>
        <p:nvPicPr>
          <p:cNvPr id="24" name="Picture 23" descr="Back view of an airplane">
            <a:extLst>
              <a:ext uri="{FF2B5EF4-FFF2-40B4-BE49-F238E27FC236}">
                <a16:creationId xmlns:a16="http://schemas.microsoft.com/office/drawing/2014/main" id="{067623E0-2663-0E37-F074-D7C891F44D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59" r="26028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865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2FF9F-4FBD-9504-C9AC-A9900248E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Data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9823C-4FB5-1632-4F73-299EE835B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Description of dataset</a:t>
            </a:r>
          </a:p>
          <a:p>
            <a:r>
              <a:rPr lang="en-US" sz="2000" dirty="0"/>
              <a:t>The dataset has: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82,474 rows (entries)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31 columns, including: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6 float variables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26 object data types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ea typeface="+mn-lt"/>
                <a:cs typeface="+mn-lt"/>
              </a:rPr>
              <a:t>Source of data: 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National Transportation Safety Board that includes aviation accident data from 1962 to 2023 </a:t>
            </a:r>
            <a:endParaRPr lang="en-US" sz="1200" dirty="0">
              <a:solidFill>
                <a:srgbClr val="273540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0" indent="0">
              <a:buNone/>
            </a:pPr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870BFF27-7BF7-D914-6676-1E99A57BC2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60" r="2126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81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F5153E-D75D-5561-1848-FA4C6BD0B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Data Preparation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peed Bump">
            <a:extLst>
              <a:ext uri="{FF2B5EF4-FFF2-40B4-BE49-F238E27FC236}">
                <a16:creationId xmlns:a16="http://schemas.microsoft.com/office/drawing/2014/main" id="{81172EAC-3D2F-8259-81E3-6611F6828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4296" y="630936"/>
            <a:ext cx="3913632" cy="391363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3D895-5FEC-3DE4-DBB2-F5A82AE82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4798577"/>
            <a:ext cx="6894576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/>
              <a:t>Cleaned relevant columns to my analysis which included: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/>
              <a:t>Make and Model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/>
              <a:t>Injury columns(Total fatal injuries, minor injories,serious injuries and uninjured)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/>
              <a:t>Engine type and number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/>
              <a:t>Time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200"/>
          </a:p>
          <a:p>
            <a:pPr lvl="2">
              <a:buFont typeface="Wingdings" panose="020B0604020202020204" pitchFamily="34" charset="0"/>
              <a:buChar char="§"/>
            </a:pPr>
            <a:endParaRPr lang="en-US" sz="1200"/>
          </a:p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49108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Digital financial graph">
            <a:extLst>
              <a:ext uri="{FF2B5EF4-FFF2-40B4-BE49-F238E27FC236}">
                <a16:creationId xmlns:a16="http://schemas.microsoft.com/office/drawing/2014/main" id="{12332E3E-54DD-2CE7-DCB6-1F2F7B12E6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-2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AEDC35-B08D-156F-2B60-4BAD7E0EB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Data Analysis and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285328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9A908-A4BA-5FB3-D79D-80B907202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Average Injuries By Accidents by Top 10 Make</a:t>
            </a:r>
          </a:p>
        </p:txBody>
      </p:sp>
      <p:pic>
        <p:nvPicPr>
          <p:cNvPr id="4" name="Content Placeholder 3" descr="A graph of injury injuries&#10;&#10;AI-generated content may be incorrect.">
            <a:extLst>
              <a:ext uri="{FF2B5EF4-FFF2-40B4-BE49-F238E27FC236}">
                <a16:creationId xmlns:a16="http://schemas.microsoft.com/office/drawing/2014/main" id="{9DF008C1-EE3F-DB72-033F-75A5DFCE2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791602"/>
            <a:ext cx="7225748" cy="527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88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9C5A2A-402E-6F78-F35B-A895AB0A3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Number of Accidents by Aircraft Make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CC42C99-14E1-433E-98B4-5F990BCAA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sz="2200">
              <a:latin typeface="Aptos"/>
            </a:endParaRPr>
          </a:p>
          <a:p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075307-D73C-201A-386C-3AE1A7164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081735"/>
            <a:ext cx="6903720" cy="469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15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A21DF6-739E-6A62-57AE-AC9E9408F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Low Risk Aircraft Model by top10 Manufacturers</a:t>
            </a:r>
          </a:p>
          <a:p>
            <a:pPr algn="ctr"/>
            <a:endParaRPr lang="en-US" sz="31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FD07CEE-E76A-6C68-F179-0DE9825AEA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673330"/>
            <a:ext cx="6780700" cy="350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80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6D086D-4BD7-1763-1001-78567D3C6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US" sz="5400" dirty="0"/>
              <a:t>Trend Analysis over Time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blue line drawing on a white background&#10;&#10;AI-generated content may be incorrect.">
            <a:extLst>
              <a:ext uri="{FF2B5EF4-FFF2-40B4-BE49-F238E27FC236}">
                <a16:creationId xmlns:a16="http://schemas.microsoft.com/office/drawing/2014/main" id="{0B18C3C5-EFFE-298E-2DB7-1F6FA943E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726217"/>
            <a:ext cx="6894576" cy="372307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2F41CF9-36D3-D143-A1E3-8ECE43BD1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4798577"/>
            <a:ext cx="6894576" cy="1428487"/>
          </a:xfrm>
        </p:spPr>
        <p:txBody>
          <a:bodyPr anchor="t">
            <a:normAutofit/>
          </a:bodyPr>
          <a:lstStyle/>
          <a:p>
            <a:r>
              <a:rPr lang="en-US" sz="2200" dirty="0"/>
              <a:t>From 1981 it started dropping </a:t>
            </a:r>
            <a:r>
              <a:rPr lang="en-US" sz="2200" dirty="0" err="1"/>
              <a:t>teadily</a:t>
            </a:r>
            <a:r>
              <a:rPr lang="en-US" sz="2200" dirty="0"/>
              <a:t> to 2020 which suggests number of accidents reduces over time.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36371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ack view of an airplane">
            <a:extLst>
              <a:ext uri="{FF2B5EF4-FFF2-40B4-BE49-F238E27FC236}">
                <a16:creationId xmlns:a16="http://schemas.microsoft.com/office/drawing/2014/main" id="{43EAA5F5-061C-641D-7A5B-ED2A25D9AD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26" r="26095" b="-3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279D82-1783-8756-8BD6-8F6D64C96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8D94A-858C-76D1-E1A9-86DF41C24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r>
              <a:rPr lang="en-US" sz="2000" dirty="0">
                <a:ea typeface="+mn-lt"/>
                <a:cs typeface="+mn-lt"/>
              </a:rPr>
              <a:t>Focus</a:t>
            </a:r>
            <a:r>
              <a:rPr lang="en-US" sz="20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on aircraft from manufacturers such as Grumman, Bellanca, Hughes, and select Cessna and Piper models, which consistently show lower average injuries per accident.</a:t>
            </a:r>
            <a:endParaRPr lang="en-US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Choose aircraft models that are recent </a:t>
            </a:r>
            <a:r>
              <a:rPr lang="en-US" sz="2000" dirty="0" err="1">
                <a:ea typeface="+mn-lt"/>
                <a:cs typeface="+mn-lt"/>
              </a:rPr>
              <a:t>has</a:t>
            </a:r>
            <a:r>
              <a:rPr lang="en-US" sz="2000" dirty="0">
                <a:ea typeface="+mn-lt"/>
                <a:cs typeface="+mn-lt"/>
              </a:rPr>
              <a:t> they have low injury rate as trend shows decreasing accidents over time.</a:t>
            </a:r>
            <a:endParaRPr lang="en-US" dirty="0"/>
          </a:p>
          <a:p>
            <a:r>
              <a:rPr lang="en-US" sz="2000" dirty="0"/>
              <a:t>In aircraft category, airplanes, balloons and helicopters are considered.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073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Aircraft Risk Analysis for Business Expansion</vt:lpstr>
      <vt:lpstr>Overview </vt:lpstr>
      <vt:lpstr>Business Understanding</vt:lpstr>
      <vt:lpstr>Data Understanding</vt:lpstr>
      <vt:lpstr>Data Preparation</vt:lpstr>
      <vt:lpstr>Data Analysis and Visualization</vt:lpstr>
      <vt:lpstr>Average Injuries By Accidents by Top 10 Make</vt:lpstr>
      <vt:lpstr>Number of Accidents by Aircraft Make</vt:lpstr>
      <vt:lpstr>Low Risk Aircraft Model by top10 Manufacturers </vt:lpstr>
      <vt:lpstr>Trend Analysis over Time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301</cp:revision>
  <dcterms:created xsi:type="dcterms:W3CDTF">2025-12-15T22:33:12Z</dcterms:created>
  <dcterms:modified xsi:type="dcterms:W3CDTF">2025-12-17T20:56:52Z</dcterms:modified>
</cp:coreProperties>
</file>